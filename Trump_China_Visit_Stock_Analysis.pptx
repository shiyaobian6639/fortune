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167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Trump's China Visit:</a:t>
            </a:r>
            <a:br/>
            <a:r>
              <a:t>Stock Market Impact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November 8-10, 2017 | $250 Billion Trade Deals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President Trump visited China on November 8-10, 2017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First state visit by a U.S. president since the founding of PRC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Over $250 billion in trade deals announced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Major sectors impacted: Energy, Aviation, Semiconductors, Manufacturing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Chinese stock market showed positive reaction with 61.7% of stocks gaining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Average market gain of +1.17% during the 3-day visit period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The Historic Visit &amp; Trade Deals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ENERGY: $84B West Virginia shale gas investment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         $43B Alaska LNG deal with Sinopec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AVIATION: $37B Boeing deal for 300 aircraft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TECHNOLOGY: $12B Qualcomm deals with Chinese smartphone makers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AUTOMOTIVE: $10B Ford vehicle exports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                   $756M Ford-Zotye EV joint venture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AGRICULTURE: $5B soybean purchase agreements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FINANCE: $5B Goldman Sachs-CIC investment fund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Overall Market Reaction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6676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Price Change Distribution Across All Stocks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ump_china_visit_nov_2017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8892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28B22"/>
                </a:solidFill>
              </a:defRPr>
            </a:pPr>
            <a:r>
              <a:t>61.7%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of stocks gained during the visit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79" y="13716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90FF"/>
                </a:solidFill>
              </a:defRPr>
            </a:pPr>
            <a:r>
              <a:t>+1.17%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79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average market 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3716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8C00"/>
                </a:solidFill>
              </a:defRPr>
            </a:pPr>
            <a:r>
              <a:t>+33%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top performer gain (雅克科技)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7999" y="13716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8A2BE2"/>
                </a:solidFill>
              </a:defRPr>
            </a:pPr>
            <a:r>
              <a:t>$250B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9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total trade deals signed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Top 20 Gaining Stocks During Trump's Visit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ump_china_visit_nov_2017_top_ga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68518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Sector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Semiconductor sector led with +4.8% average gain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Aligned with Qualcomm's $12B deals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Equipment/Manufacturing: +2.8% average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Benefited from Caterpillar, GE partnerships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Aviation: +2.4% average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Boeing's $37B aircraft order boost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Energy: +2.0% average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LNG and shale gas deal impact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Automotive: +1.3% average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Ford and GM deal benefits</a:t>
            </a:r>
          </a:p>
        </p:txBody>
      </p:sp>
      <p:pic>
        <p:nvPicPr>
          <p:cNvPr id="5" name="Picture 4" descr="trump_china_visit_nov_2017_s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05840"/>
            <a:ext cx="4389120" cy="21712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Normalized Price Comparison by Sector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ector_comparison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4434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Semiconductor Sector: Qualcomm Deal Beneficiaries</a:t>
            </a:r>
          </a:p>
        </p:txBody>
      </p:sp>
      <p:pic>
        <p:nvPicPr>
          <p:cNvPr id="3" name="Picture 2" descr="stock_300655_semicondu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389120" cy="2908038"/>
          </a:xfrm>
          <a:prstGeom prst="rect">
            <a:avLst/>
          </a:prstGeom>
        </p:spPr>
      </p:pic>
      <p:pic>
        <p:nvPicPr>
          <p:cNvPr id="4" name="Picture 3" descr="stock_002049_semicondu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389120" cy="29080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217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300655.SZ 晶瑞电材 (+11.4%)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217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002049.SZ 紫光国微 (+3.4%)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Energy Sector: LNG &amp; Shale Gas Deal Impact</a:t>
            </a:r>
          </a:p>
        </p:txBody>
      </p:sp>
      <p:pic>
        <p:nvPicPr>
          <p:cNvPr id="3" name="Picture 2" descr="stock_002221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389120" cy="2910498"/>
          </a:xfrm>
          <a:prstGeom prst="rect">
            <a:avLst/>
          </a:prstGeom>
        </p:spPr>
      </p:pic>
      <p:pic>
        <p:nvPicPr>
          <p:cNvPr id="4" name="Picture 3" descr="stock_601088_e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389120" cy="29104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217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002221.SZ 东华能源 (+7.4%)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217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601088.SH 中国神华 (+4.9%)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Aviation Sector: Boeing Aircraft Order Impact</a:t>
            </a:r>
          </a:p>
        </p:txBody>
      </p:sp>
      <p:pic>
        <p:nvPicPr>
          <p:cNvPr id="3" name="Picture 2" descr="stock_601021_av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389120" cy="2910498"/>
          </a:xfrm>
          <a:prstGeom prst="rect">
            <a:avLst/>
          </a:prstGeom>
        </p:spPr>
      </p:pic>
      <p:pic>
        <p:nvPicPr>
          <p:cNvPr id="4" name="Picture 3" descr="stock_600029_avi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389120" cy="29104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217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601021.SH 春秋航空 (+6.2%)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217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600029.SH 南方航空 (+1.2%)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Manufacturing: Caterpillar &amp; GE Partnership Benefits</a:t>
            </a:r>
          </a:p>
        </p:txBody>
      </p:sp>
      <p:pic>
        <p:nvPicPr>
          <p:cNvPr id="3" name="Picture 2" descr="stock_600031_manufactu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389120" cy="2908038"/>
          </a:xfrm>
          <a:prstGeom prst="rect">
            <a:avLst/>
          </a:prstGeom>
        </p:spPr>
      </p:pic>
      <p:pic>
        <p:nvPicPr>
          <p:cNvPr id="4" name="Picture 3" descr="stock_000425_manufac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389120" cy="29104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217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600031.SH 三一重工 (+7.9%)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217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000425.SZ 徐工机械 (+3.5%)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Top Individual Stock Performers</a:t>
            </a:r>
          </a:p>
        </p:txBody>
      </p:sp>
      <p:pic>
        <p:nvPicPr>
          <p:cNvPr id="3" name="Picture 2" descr="stock_002409_top g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389120" cy="2908038"/>
          </a:xfrm>
          <a:prstGeom prst="rect">
            <a:avLst/>
          </a:prstGeom>
        </p:spPr>
      </p:pic>
      <p:pic>
        <p:nvPicPr>
          <p:cNvPr id="4" name="Picture 3" descr="stock_603501_top g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389120" cy="29104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6217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002409.SZ 雅克科技 (+33.1%)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2179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603501.SH 豪威集团 (+28.2%)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Price Change vs Volume Change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High volume + price increase indicates strong buying interest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Many gainers showed increased trading volume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Top performers attracted significant investor attention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Volume surge validates market confidence in trade deals</a:t>
            </a:r>
          </a:p>
        </p:txBody>
      </p:sp>
      <p:pic>
        <p:nvPicPr>
          <p:cNvPr id="5" name="Picture 4" descr="trump_china_visit_nov_2017_price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05840"/>
            <a:ext cx="4572000" cy="30275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Trump's China visit had a measurable positive impact on Chinese stocks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Sector-specific gains aligned with announced trade deals: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   - Semiconductor stocks rose on Qualcomm smartphone deals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   - Energy stocks benefited from LNG/shale gas investments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   - Aviation stocks gained from Boeing aircraft orders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   - Manufacturing stocks rose on equipment partnerships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Market showed broad-based optimism with 61.7% of stocks gaining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The visit demonstrated how diplomatic events can create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significant short-term market opportunities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Investors who anticipated deal announcements could have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positioned for sector-specific gains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Methodology &amp; 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Data Source: Tushare Pro API (daily OHLCV data)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Analysis Period: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   - Pre-event: October 30 - November 7, 2017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   - Event: November 8-10, 2017 (Trump's visit)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   - Post-event: November 13-30, 2017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Stocks Analyzed: 2,261 A-share stocks (SH + SZ)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Metrics: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   - Price change = (Event close - Pre-event close) / Pre-event close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   - Volume change = (Event avg volume - Pre-event avg volume) / Pre-event avg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Sector Classification: Based on company names and deal relevance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Analysis Tool: Python with pandas, matplotlib, Tushare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677</Words>
  <Application>Microsoft Macintosh PowerPoint</Application>
  <PresentationFormat>全屏显示(4:3)</PresentationFormat>
  <Paragraphs>104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didi</cp:lastModifiedBy>
  <cp:revision>1</cp:revision>
  <dcterms:created xsi:type="dcterms:W3CDTF">2013-01-27T09:14:16Z</dcterms:created>
  <dcterms:modified xsi:type="dcterms:W3CDTF">2026-03-25T15:24:58Z</dcterms:modified>
  <cp:category/>
</cp:coreProperties>
</file>